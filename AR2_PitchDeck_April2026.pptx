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822960"/>
            <a:ext cx="8531352" cy="34840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</a:rPr>
              <a:t>AI-Powered Asset Management · ISO 55001 · ISO 14224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4800600"/>
            <a:ext cx="3410712" cy="594360"/>
          </a:xfrm>
          <a:prstGeom prst="rect">
            <a:avLst/>
          </a:prstGeom>
          <a:solidFill>
            <a:srgbClr val="2B5EA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4846320"/>
            <a:ext cx="3410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Founding Team Pitch  ·  April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Gestão de ativos industriais é crítica, cara e inacessível para PMEs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11430000" cy="533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Uma plataforma integrada de Confiabilidade + Segurança de Processo com IA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48687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5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MÓDULOS DO PRODUTO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Dois módulos complementares · uma plataforma integrada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11430000" cy="50532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ARQUITETURA DA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Stack moderno · Cloud-native · Multi-tenant · MLOps integrado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11612880" cy="51341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FLUXO DO USUÁRIO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Da importação de dados à prescrição de manutenção em minutos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11612880" cy="47592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MLOPS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Ciclo completo: ingestão → treinamento → serving → monitoramento de drift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11612880" cy="47592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OPORTUNIDADE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Foco: PMEs industriais no Brasil e Canadá — mercado sub-atendido e em crescimento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11612880" cy="47110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MODELO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SaaS B2B · Receita recorrente mensal · 3 tiers de acesso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11612880" cy="47592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Da validação ao Enterprise em 3 fases — crescimento sustentável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11612880" cy="47592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B4D8"/>
                </a:solidFill>
              </a:rPr>
              <a:t>Domain expertise + Engineering + Finance · Três co-fundadores complementares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24128"/>
            <a:ext cx="11612880" cy="45718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91440"/>
            <a:ext cx="3959352" cy="11559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08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240280"/>
            <a:ext cx="502920" cy="5029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27685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276856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Formalizar empresa em Toronto (Canada Corp.)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017520"/>
            <a:ext cx="502920" cy="5029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05409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54096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Refinar MVP APM Analytics — base tecnologica do produto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794760"/>
            <a:ext cx="502920" cy="502920"/>
          </a:xfrm>
          <a:prstGeom prst="rect">
            <a:avLst/>
          </a:prstGeom>
          <a:solidFill>
            <a:srgbClr val="2B5EAC"/>
          </a:solidFill>
          <a:ln>
            <a:solidFill>
              <a:srgbClr val="2B5E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83133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31336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Definir stack React + FastAPI — iniciar Sprint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4572000"/>
            <a:ext cx="502920" cy="5029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460857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608576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Buscar primeiros 5 clientes beta (industria BR/CA)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5349240"/>
            <a:ext cx="502920" cy="5029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0" y="5385816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385816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Pitch para aceleradoras: MaRS Innovation · IRAP · SENAI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</a:rPr>
              <a:t>Reunião de fundadores · Abril 2026 · Toronto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